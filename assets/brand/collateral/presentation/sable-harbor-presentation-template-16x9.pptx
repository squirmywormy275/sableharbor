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ble-harbor__reverse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4937760" cy="1543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2743200"/>
            <a:ext cx="105156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400" b="1">
                <a:solidFill>
                  <a:srgbClr val="F7F5EF"/>
                </a:solidFill>
                <a:latin typeface="Arial"/>
              </a:defRPr>
            </a:pPr>
            <a:r>
              <a:t>[PRESENTATION TITLE]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520440"/>
            <a:ext cx="9601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0">
                <a:solidFill>
                  <a:srgbClr val="BEC4C9"/>
                </a:solidFill>
                <a:latin typeface="Arial"/>
              </a:defRPr>
            </a:pPr>
            <a:r>
              <a:t>[SUBTITLE / ENGAGEMENT]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394960"/>
            <a:ext cx="9601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BEC4C9"/>
                </a:solidFill>
                <a:latin typeface="Arial"/>
              </a:defRPr>
            </a:pPr>
            <a:r>
              <a:t>[AUTHOR]  |  [DATE]  |  [VERSION]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83112" cy="22860"/>
          </a:xfrm>
          <a:prstGeom prst="rect">
            <a:avLst/>
          </a:prstGeom>
          <a:solidFill>
            <a:srgbClr val="C45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65392"/>
            <a:ext cx="45720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F7F5EF"/>
                </a:solidFill>
                <a:latin typeface="Arial"/>
              </a:defRPr>
            </a:pPr>
            <a:r>
              <a:t>SABLE HARBOR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565392"/>
            <a:ext cx="4343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50" b="0">
                <a:solidFill>
                  <a:srgbClr val="F7F5EF"/>
                </a:solidFill>
                <a:latin typeface="Arial"/>
              </a:defRPr>
            </a:pPr>
            <a:r>
              <a:t>[DATE]  |  [CLASSIFICATION]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800" b="1">
                <a:solidFill>
                  <a:srgbClr val="101214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34440"/>
            <a:ext cx="914400" cy="54864"/>
          </a:xfrm>
          <a:prstGeom prst="rect">
            <a:avLst/>
          </a:prstGeom>
          <a:solidFill>
            <a:srgbClr val="C45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98755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00" b="1">
                <a:solidFill>
                  <a:srgbClr val="101214"/>
                </a:solidFill>
                <a:latin typeface="Arial"/>
              </a:defRPr>
            </a:pPr>
            <a:r>
              <a:t>01  Context and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98755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00" b="0">
                <a:solidFill>
                  <a:srgbClr val="101214"/>
                </a:solidFill>
                <a:latin typeface="Arial"/>
              </a:defRPr>
            </a:pPr>
            <a:r>
              <a:t>02  Evidence and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98755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00" b="0">
                <a:solidFill>
                  <a:srgbClr val="101214"/>
                </a:solidFill>
                <a:latin typeface="Arial"/>
              </a:defRPr>
            </a:pPr>
            <a:r>
              <a:t>03 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51959"/>
            <a:ext cx="98755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00" b="0">
                <a:solidFill>
                  <a:srgbClr val="101214"/>
                </a:solidFill>
                <a:latin typeface="Arial"/>
              </a:defRPr>
            </a:pPr>
            <a:r>
              <a:t>04  Decision and next actions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92240"/>
            <a:ext cx="11183112" cy="22860"/>
          </a:xfrm>
          <a:prstGeom prst="rect">
            <a:avLst/>
          </a:prstGeom>
          <a:solidFill>
            <a:srgbClr val="C45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65392"/>
            <a:ext cx="45720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747A80"/>
                </a:solidFill>
                <a:latin typeface="Arial"/>
              </a:defRPr>
            </a:pPr>
            <a:r>
              <a:t>SABLE HARBOR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65392"/>
            <a:ext cx="4343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50" b="0">
                <a:solidFill>
                  <a:srgbClr val="747A80"/>
                </a:solidFill>
                <a:latin typeface="Arial"/>
              </a:defRPr>
            </a:pPr>
            <a:r>
              <a:t>[DATE]  |  [CLASSIFICATION]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828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4400" b="1">
                <a:solidFill>
                  <a:srgbClr val="C4512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261872"/>
            <a:ext cx="868680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400" b="1">
                <a:solidFill>
                  <a:srgbClr val="F7F5EF"/>
                </a:solidFill>
                <a:latin typeface="Arial"/>
              </a:defRPr>
            </a:pPr>
            <a:r>
              <a:t>[SECTION TITLE]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2240280"/>
            <a:ext cx="8046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00" b="0">
                <a:solidFill>
                  <a:srgbClr val="BEC4C9"/>
                </a:solidFill>
                <a:latin typeface="Arial"/>
              </a:defRPr>
            </a:pPr>
            <a:r>
              <a:t>[One sentence establishing the question or decision boundary.]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22860"/>
          </a:xfrm>
          <a:prstGeom prst="rect">
            <a:avLst/>
          </a:prstGeom>
          <a:solidFill>
            <a:srgbClr val="C45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45720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F7F5EF"/>
                </a:solidFill>
                <a:latin typeface="Arial"/>
              </a:defRPr>
            </a:pPr>
            <a:r>
              <a:t>SECTION DIVIDER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65392"/>
            <a:ext cx="4343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50" b="0">
                <a:solidFill>
                  <a:srgbClr val="F7F5EF"/>
                </a:solidFill>
                <a:latin typeface="Arial"/>
              </a:defRPr>
            </a:pPr>
            <a:r>
              <a:t>[DATE]  |  [CLASSIFICATION]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600" b="1">
                <a:solidFill>
                  <a:srgbClr val="101214"/>
                </a:solidFill>
                <a:latin typeface="Arial"/>
              </a:defRPr>
            </a:pPr>
            <a:r>
              <a:t>[SLIDE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2412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0">
                <a:solidFill>
                  <a:srgbClr val="747A80"/>
                </a:solidFill>
                <a:latin typeface="Arial"/>
              </a:defRPr>
            </a:pPr>
            <a:r>
              <a:t>[A concise statement of what the evidence supports.]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74519"/>
            <a:ext cx="3401568" cy="45720"/>
          </a:xfrm>
          <a:prstGeom prst="rect">
            <a:avLst/>
          </a:prstGeom>
          <a:solidFill>
            <a:srgbClr val="C45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3291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747A80"/>
                </a:solidFill>
                <a:latin typeface="Arial"/>
              </a:defRPr>
            </a:pPr>
            <a:r>
              <a:t>OBSERVATION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06040"/>
            <a:ext cx="3246120" cy="1737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101214"/>
                </a:solidFill>
                <a:latin typeface="Arial"/>
              </a:defRPr>
            </a:pPr>
            <a:r>
              <a:t>[What was observed or recorded.]</a:t>
            </a:r>
          </a:p>
        </p:txBody>
      </p:sp>
      <p:sp>
        <p:nvSpPr>
          <p:cNvPr id="8" name="Rectangle 7"/>
          <p:cNvSpPr/>
          <p:nvPr/>
        </p:nvSpPr>
        <p:spPr>
          <a:xfrm>
            <a:off x="4453128" y="1874519"/>
            <a:ext cx="3401568" cy="45720"/>
          </a:xfrm>
          <a:prstGeom prst="rect">
            <a:avLst/>
          </a:prstGeom>
          <a:solidFill>
            <a:srgbClr val="C45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2057400"/>
            <a:ext cx="3291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747A80"/>
                </a:solidFill>
                <a:latin typeface="Arial"/>
              </a:defRPr>
            </a:pPr>
            <a:r>
              <a:t>MEANING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2606040"/>
            <a:ext cx="3246120" cy="1737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101214"/>
                </a:solidFill>
                <a:latin typeface="Arial"/>
              </a:defRPr>
            </a:pPr>
            <a:r>
              <a:t>[Why it matters in this context.]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47888" y="1874519"/>
            <a:ext cx="3401568" cy="45720"/>
          </a:xfrm>
          <a:prstGeom prst="rect">
            <a:avLst/>
          </a:prstGeom>
          <a:solidFill>
            <a:srgbClr val="C45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2057400"/>
            <a:ext cx="3291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747A80"/>
                </a:solidFill>
                <a:latin typeface="Arial"/>
              </a:defRPr>
            </a:pPr>
            <a:r>
              <a:t>DISPOSITION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606040"/>
            <a:ext cx="3246120" cy="1737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101214"/>
                </a:solidFill>
                <a:latin typeface="Arial"/>
              </a:defRPr>
            </a:pPr>
            <a:r>
              <a:t>[What the organization must do next.]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92240"/>
            <a:ext cx="11183112" cy="22860"/>
          </a:xfrm>
          <a:prstGeom prst="rect">
            <a:avLst/>
          </a:prstGeom>
          <a:solidFill>
            <a:srgbClr val="C45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6565392"/>
            <a:ext cx="45720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747A80"/>
                </a:solidFill>
                <a:latin typeface="Arial"/>
              </a:defRPr>
            </a:pPr>
            <a:r>
              <a:t>SABLE HARBOR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565392"/>
            <a:ext cx="4343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50" b="0">
                <a:solidFill>
                  <a:srgbClr val="747A80"/>
                </a:solidFill>
                <a:latin typeface="Arial"/>
              </a:defRPr>
            </a:pPr>
            <a:r>
              <a:t>[DATE]  |  [CLASSIFICATION]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6070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600" b="1">
                <a:solidFill>
                  <a:srgbClr val="101214"/>
                </a:solidFill>
                <a:latin typeface="Arial"/>
              </a:defRPr>
            </a:pPr>
            <a:r>
              <a:t>[COMPARISON OR DECISION FRAME]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5212080" cy="4389120"/>
          </a:xfrm>
          <a:prstGeom prst="rect">
            <a:avLst/>
          </a:prstGeom>
          <a:solidFill>
            <a:srgbClr val="EB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5212080" cy="73152"/>
          </a:xfrm>
          <a:prstGeom prst="rect">
            <a:avLst/>
          </a:prstGeom>
          <a:solidFill>
            <a:srgbClr val="74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7" y="1783080"/>
            <a:ext cx="457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1">
                <a:solidFill>
                  <a:srgbClr val="101214"/>
                </a:solidFill>
                <a:latin typeface="Arial"/>
              </a:defRPr>
            </a:pPr>
            <a:r>
              <a:t>[CURRENT STATE]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7" y="2514600"/>
            <a:ext cx="448056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0">
                <a:solidFill>
                  <a:srgbClr val="101214"/>
                </a:solidFill>
                <a:latin typeface="Arial"/>
              </a:defRPr>
            </a:pPr>
            <a:r>
              <a:t>• [Point one]</a:t>
            </a:r>
            <a:br/>
            <a:r>
              <a:t>• [Point two]</a:t>
            </a:r>
            <a:br/>
            <a:r>
              <a:t>• [Point three]</a:t>
            </a:r>
            <a:br/>
            <a:br/>
            <a:r>
              <a:t>[Record assumptions and limitations.]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17320"/>
            <a:ext cx="5212080" cy="4389120"/>
          </a:xfrm>
          <a:prstGeom prst="rect">
            <a:avLst/>
          </a:prstGeom>
          <a:solidFill>
            <a:srgbClr val="EB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5212080" cy="73152"/>
          </a:xfrm>
          <a:prstGeom prst="rect">
            <a:avLst/>
          </a:prstGeom>
          <a:solidFill>
            <a:srgbClr val="C45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783080"/>
            <a:ext cx="457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1">
                <a:solidFill>
                  <a:srgbClr val="101214"/>
                </a:solidFill>
                <a:latin typeface="Arial"/>
              </a:defRPr>
            </a:pPr>
            <a:r>
              <a:t>[PROPOSED STATE]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80560" cy="2560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0">
                <a:solidFill>
                  <a:srgbClr val="101214"/>
                </a:solidFill>
                <a:latin typeface="Arial"/>
              </a:defRPr>
            </a:pPr>
            <a:r>
              <a:t>• [Point one]</a:t>
            </a:r>
            <a:br/>
            <a:r>
              <a:t>• [Point two]</a:t>
            </a:r>
            <a:br/>
            <a:r>
              <a:t>• [Point three]</a:t>
            </a:r>
            <a:br/>
            <a:br/>
            <a:r>
              <a:t>[Record assumptions and limitations.]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92240"/>
            <a:ext cx="11183112" cy="22860"/>
          </a:xfrm>
          <a:prstGeom prst="rect">
            <a:avLst/>
          </a:prstGeom>
          <a:solidFill>
            <a:srgbClr val="C45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6565392"/>
            <a:ext cx="45720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747A80"/>
                </a:solidFill>
                <a:latin typeface="Arial"/>
              </a:defRPr>
            </a:pPr>
            <a:r>
              <a:t>SABLE HARBOR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6565392"/>
            <a:ext cx="4343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50" b="0">
                <a:solidFill>
                  <a:srgbClr val="747A80"/>
                </a:solidFill>
                <a:latin typeface="Arial"/>
              </a:defRPr>
            </a:pPr>
            <a:r>
              <a:t>[DATE]  |  [CLASSIFICATION]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illow__primary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4663440" cy="1457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828800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600" b="1">
                <a:solidFill>
                  <a:srgbClr val="101214"/>
                </a:solidFill>
                <a:latin typeface="Arial"/>
              </a:defRPr>
            </a:pPr>
            <a:r>
              <a:t>[BUSINESS-LINE SECTION]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1033272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747A80"/>
                </a:solidFill>
                <a:latin typeface="Arial"/>
              </a:defRPr>
            </a:pPr>
            <a:r>
              <a:t>Use the applicable individual business-line logo. Preserve the endorsed relationship and do not invent a legal entity or reporting 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977639"/>
            <a:ext cx="10835640" cy="64008"/>
          </a:xfrm>
          <a:prstGeom prst="rect">
            <a:avLst/>
          </a:prstGeom>
          <a:solidFill>
            <a:srgbClr val="315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343400"/>
            <a:ext cx="36576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747A80"/>
                </a:solidFill>
                <a:latin typeface="Arial"/>
              </a:defRPr>
            </a:pPr>
            <a:r>
              <a:t>[KEY QUESTION]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00600"/>
            <a:ext cx="105156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600" b="1">
                <a:solidFill>
                  <a:srgbClr val="101214"/>
                </a:solidFill>
                <a:latin typeface="Arial"/>
              </a:defRPr>
            </a:pPr>
            <a:r>
              <a:t>[QUESTION -&gt; BELIEF -&gt; EXPERIMENT -&gt; OBSERVATION -&gt; DECISION]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92240"/>
            <a:ext cx="11183112" cy="22860"/>
          </a:xfrm>
          <a:prstGeom prst="rect">
            <a:avLst/>
          </a:prstGeom>
          <a:solidFill>
            <a:srgbClr val="C45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65392"/>
            <a:ext cx="45720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747A80"/>
                </a:solidFill>
                <a:latin typeface="Arial"/>
              </a:defRPr>
            </a:pPr>
            <a:r>
              <a:t>BUSINESS-LINE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65392"/>
            <a:ext cx="4343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50" b="0">
                <a:solidFill>
                  <a:srgbClr val="747A80"/>
                </a:solidFill>
                <a:latin typeface="Arial"/>
              </a:defRPr>
            </a:pPr>
            <a:r>
              <a:t>[DATE]  |  [CLASSIFICATION]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ble-harbor__reverse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713232"/>
            <a:ext cx="4416552" cy="13801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749039"/>
            <a:ext cx="94183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200" b="1">
                <a:solidFill>
                  <a:srgbClr val="F7F5EF"/>
                </a:solidFill>
                <a:latin typeface="Arial"/>
              </a:defRPr>
            </a:pPr>
            <a:r>
              <a:t>KEEP IT LEARNABLE.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709160"/>
            <a:ext cx="85039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00" b="0">
                <a:solidFill>
                  <a:srgbClr val="BEC4C9"/>
                </a:solidFill>
                <a:latin typeface="Arial"/>
              </a:defRPr>
            </a:pPr>
            <a:r>
              <a:t>[NEXT ACTION / CONTACT]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83112" cy="22860"/>
          </a:xfrm>
          <a:prstGeom prst="rect">
            <a:avLst/>
          </a:prstGeom>
          <a:solidFill>
            <a:srgbClr val="C45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45720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F7F5EF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65392"/>
            <a:ext cx="4343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50" b="0">
                <a:solidFill>
                  <a:srgbClr val="F7F5EF"/>
                </a:solidFill>
                <a:latin typeface="Arial"/>
              </a:defRPr>
            </a:pPr>
            <a:r>
              <a:t>[DATE]  |  [CLASSIFICATION]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Sable Harbor Presentation Template</dc:title>
  <dc:subject>16:9 corporate presentation template</dc:subject>
  <dc:creator>Sable Harbor</dc:creator>
  <cp:keywords>Sable Harbor, corporate identity, presentation</cp:keywords>
  <dc:description>Generated from Sable Harbor brand system v0.2.0.</dc:description>
  <cp:lastModifiedBy>Sable Harbor</cp:lastModifiedBy>
  <cp:revision>1</cp:revision>
  <dcterms:created xsi:type="dcterms:W3CDTF">2013-01-27T09:14:16Z</dcterms:created>
  <dcterms:modified xsi:type="dcterms:W3CDTF">2013-01-27T09:15:58Z</dcterms:modified>
  <cp:category>Corporate collateral</cp:category>
</cp:coreProperties>
</file>